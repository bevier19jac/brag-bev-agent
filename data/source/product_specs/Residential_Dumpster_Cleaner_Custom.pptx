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/>
            </a:pPr>
            <a:r>
              <a:t>The Self-Righting Automatic Dumpster Cleaner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/>
            </a:pPr>
            <a:r>
              <a:t>Revolutionizing Residential Trash Bin Sanitation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Our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A patent-pending, eco-friendly solution.</a:t>
            </a:r>
          </a:p>
          <a:p>
            <a:pPr>
              <a:defRPr sz="1800"/>
            </a:pPr>
            <a:r>
              <a:t>• Simplifies residential trash bin cleaning.</a:t>
            </a:r>
          </a:p>
          <a:p>
            <a:pPr>
              <a:defRPr sz="1800"/>
            </a:pPr>
            <a:r>
              <a:t>• High-expansion foam technology for maximum coverage.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125 million residential bins rarely cleaned.</a:t>
            </a:r>
          </a:p>
          <a:p>
            <a:pPr>
              <a:defRPr sz="1800"/>
            </a:pPr>
            <a:r>
              <a:t>• Unpleasant odors, grime, and bacteria.</a:t>
            </a:r>
          </a:p>
          <a:p>
            <a:pPr>
              <a:defRPr sz="1800"/>
            </a:pPr>
            <a:r>
              <a:t>• Manual cleaning is time-consuming and messy.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Self-Righting Technology: Ensures upright spraying.</a:t>
            </a:r>
          </a:p>
          <a:p>
            <a:pPr>
              <a:defRPr sz="1800"/>
            </a:pPr>
            <a:r>
              <a:t>2. Pull-Tab Activation: Easy and convenient.</a:t>
            </a:r>
          </a:p>
          <a:p>
            <a:pPr>
              <a:defRPr sz="1800"/>
            </a:pPr>
            <a:r>
              <a:t>3. High-Expansion Foam: Dissolves grime and odors.</a:t>
            </a:r>
          </a:p>
          <a:p>
            <a:pPr>
              <a:defRPr sz="1800"/>
            </a:pPr>
            <a:r>
              <a:t>4. Eco-Friendly: Fully biodegradable, single-use.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Product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Bin Compatibility: 30-50 gallon bins.</a:t>
            </a:r>
          </a:p>
          <a:p>
            <a:pPr>
              <a:defRPr sz="1800"/>
            </a:pPr>
            <a:r>
              <a:t>• Size: 6" diameter x 8" height.</a:t>
            </a:r>
          </a:p>
          <a:p>
            <a:pPr>
              <a:defRPr sz="1800"/>
            </a:pPr>
            <a:r>
              <a:t>• Foam Volume: 250 mL.</a:t>
            </a:r>
          </a:p>
          <a:p>
            <a:pPr>
              <a:defRPr sz="1800"/>
            </a:pPr>
            <a:r>
              <a:t>• Weight: 0.6 lbs.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125 million bins in the U.S.</a:t>
            </a:r>
          </a:p>
          <a:p>
            <a:pPr>
              <a:defRPr sz="1800"/>
            </a:pPr>
            <a:r>
              <a:t>• Targeting eco-conscious homeowners.</a:t>
            </a:r>
          </a:p>
          <a:p>
            <a:pPr>
              <a:defRPr sz="1800"/>
            </a:pPr>
            <a:r>
              <a:t>• Affordable, hassle-free sanitation 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Our 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Patent-pending self-righting technology.</a:t>
            </a:r>
          </a:p>
          <a:p>
            <a:pPr>
              <a:defRPr sz="1800"/>
            </a:pPr>
            <a:r>
              <a:t>• Convenient and affordable.</a:t>
            </a:r>
          </a:p>
          <a:p>
            <a:pPr>
              <a:defRPr sz="1800"/>
            </a:pPr>
            <a:r>
              <a:t>• Eliminates the need for professional cleaning.</a:t>
            </a:r>
          </a:p>
          <a:p>
            <a:pPr>
              <a:defRPr sz="1800"/>
            </a:pPr>
            <a:r>
              <a:t>• Environmentally sustainable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Financial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Funding Secured: $300,000.</a:t>
            </a:r>
          </a:p>
          <a:p>
            <a:pPr>
              <a:defRPr sz="1800"/>
            </a:pPr>
            <a:r>
              <a:t>• Projected Year 1 Revenue: $1.2M.</a:t>
            </a:r>
          </a:p>
          <a:p>
            <a:pPr>
              <a:defRPr sz="1800"/>
            </a:pPr>
            <a:r>
              <a:t>• Gross Profit Margin: 68%.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Key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Prototype Development: Months 1-3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Manufacturing Setup: Months 4-6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Product Launch: Months 6-12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Let’s discuss the next steps to bring this innovative product to market!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Contact:</a:t>
            </a:r>
          </a:p>
          <a:p>
            <a:pPr>
              <a:defRPr sz="1800"/>
            </a:pPr>
            <a:r>
              <a:t>Jacob [Your Last Name]</a:t>
            </a:r>
          </a:p>
          <a:p>
            <a:pPr>
              <a:defRPr sz="1800"/>
            </a:pPr>
            <a:r>
              <a:t>760-490-3416 | bevier19jac@icloud.com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