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Bevier" userId="0d5aa5682baa9826" providerId="LiveId" clId="{DC479FCE-56AC-4909-9DAB-E274BD549C01}"/>
    <pc:docChg chg="undo custSel modSld">
      <pc:chgData name="Jacob Bevier" userId="0d5aa5682baa9826" providerId="LiveId" clId="{DC479FCE-56AC-4909-9DAB-E274BD549C01}" dt="2024-12-17T16:30:49.268" v="642" actId="20577"/>
      <pc:docMkLst>
        <pc:docMk/>
      </pc:docMkLst>
      <pc:sldChg chg="addSp modSp mod">
        <pc:chgData name="Jacob Bevier" userId="0d5aa5682baa9826" providerId="LiveId" clId="{DC479FCE-56AC-4909-9DAB-E274BD549C01}" dt="2024-12-17T13:27:10.352" v="38" actId="115"/>
        <pc:sldMkLst>
          <pc:docMk/>
          <pc:sldMk cId="0" sldId="256"/>
        </pc:sldMkLst>
      </pc:sldChg>
      <pc:sldChg chg="addSp delSp modSp mod modClrScheme chgLayout">
        <pc:chgData name="Jacob Bevier" userId="0d5aa5682baa9826" providerId="LiveId" clId="{DC479FCE-56AC-4909-9DAB-E274BD549C01}" dt="2024-12-17T15:55:17.993" v="491" actId="1076"/>
        <pc:sldMkLst>
          <pc:docMk/>
          <pc:sldMk cId="0" sldId="257"/>
        </pc:sldMkLst>
      </pc:sldChg>
      <pc:sldChg chg="addSp delSp modSp mod">
        <pc:chgData name="Jacob Bevier" userId="0d5aa5682baa9826" providerId="LiveId" clId="{DC479FCE-56AC-4909-9DAB-E274BD549C01}" dt="2024-12-17T16:04:43.604" v="525" actId="1076"/>
        <pc:sldMkLst>
          <pc:docMk/>
          <pc:sldMk cId="0" sldId="258"/>
        </pc:sldMkLst>
      </pc:sldChg>
      <pc:sldChg chg="addSp delSp modSp mod">
        <pc:chgData name="Jacob Bevier" userId="0d5aa5682baa9826" providerId="LiveId" clId="{DC479FCE-56AC-4909-9DAB-E274BD549C01}" dt="2024-12-17T16:30:49.268" v="642" actId="20577"/>
        <pc:sldMkLst>
          <pc:docMk/>
          <pc:sldMk cId="0" sldId="259"/>
        </pc:sldMkLst>
      </pc:sldChg>
      <pc:sldChg chg="addSp delSp modSp mod">
        <pc:chgData name="Jacob Bevier" userId="0d5aa5682baa9826" providerId="LiveId" clId="{DC479FCE-56AC-4909-9DAB-E274BD549C01}" dt="2024-12-17T16:30:27.793" v="626" actId="20577"/>
        <pc:sldMkLst>
          <pc:docMk/>
          <pc:sldMk cId="0" sldId="260"/>
        </pc:sldMkLst>
      </pc:sldChg>
      <pc:sldChg chg="addSp delSp modSp mod">
        <pc:chgData name="Jacob Bevier" userId="0d5aa5682baa9826" providerId="LiveId" clId="{DC479FCE-56AC-4909-9DAB-E274BD549C01}" dt="2024-12-17T15:56:14.901" v="494" actId="1076"/>
        <pc:sldMkLst>
          <pc:docMk/>
          <pc:sldMk cId="0" sldId="261"/>
        </pc:sldMkLst>
      </pc:sldChg>
      <pc:sldChg chg="addSp delSp modSp mod">
        <pc:chgData name="Jacob Bevier" userId="0d5aa5682baa9826" providerId="LiveId" clId="{DC479FCE-56AC-4909-9DAB-E274BD549C01}" dt="2024-12-17T16:30:06.883" v="606" actId="20577"/>
        <pc:sldMkLst>
          <pc:docMk/>
          <pc:sldMk cId="0" sldId="262"/>
        </pc:sldMkLst>
      </pc:sldChg>
      <pc:sldChg chg="addSp delSp modSp mod">
        <pc:chgData name="Jacob Bevier" userId="0d5aa5682baa9826" providerId="LiveId" clId="{DC479FCE-56AC-4909-9DAB-E274BD549C01}" dt="2024-12-17T16:29:48.386" v="590" actId="20577"/>
        <pc:sldMkLst>
          <pc:docMk/>
          <pc:sldMk cId="0" sldId="263"/>
        </pc:sldMkLst>
      </pc:sldChg>
      <pc:sldChg chg="addSp delSp modSp mod">
        <pc:chgData name="Jacob Bevier" userId="0d5aa5682baa9826" providerId="LiveId" clId="{DC479FCE-56AC-4909-9DAB-E274BD549C01}" dt="2024-12-17T16:29:35.176" v="578" actId="20577"/>
        <pc:sldMkLst>
          <pc:docMk/>
          <pc:sldMk cId="0" sldId="264"/>
        </pc:sldMkLst>
      </pc:sldChg>
      <pc:sldChg chg="addSp delSp modSp mod">
        <pc:chgData name="Jacob Bevier" userId="0d5aa5682baa9826" providerId="LiveId" clId="{DC479FCE-56AC-4909-9DAB-E274BD549C01}" dt="2024-12-17T16:29:18.522" v="562" actId="20577"/>
        <pc:sldMkLst>
          <pc:docMk/>
          <pc:sldMk cId="0" sldId="265"/>
        </pc:sldMkLst>
      </pc:sldChg>
    </pc:docChg>
  </pc:docChgLst>
  <pc:docChgLst>
    <pc:chgData name="Jacob Bevier" userId="0d5aa5682baa9826" providerId="LiveId" clId="{60B02B37-4EBA-418B-AEF3-D1396CFBA3D0}"/>
    <pc:docChg chg="custSel modSld">
      <pc:chgData name="Jacob Bevier" userId="0d5aa5682baa9826" providerId="LiveId" clId="{60B02B37-4EBA-418B-AEF3-D1396CFBA3D0}" dt="2025-09-08T19:08:51.316" v="1" actId="21"/>
      <pc:docMkLst>
        <pc:docMk/>
      </pc:docMkLst>
      <pc:sldChg chg="delSp mod">
        <pc:chgData name="Jacob Bevier" userId="0d5aa5682baa9826" providerId="LiveId" clId="{60B02B37-4EBA-418B-AEF3-D1396CFBA3D0}" dt="2025-09-08T19:08:51.316" v="1" actId="21"/>
        <pc:sldMkLst>
          <pc:docMk/>
          <pc:sldMk cId="0" sldId="265"/>
        </pc:sldMkLst>
        <pc:spChg chg="del">
          <ac:chgData name="Jacob Bevier" userId="0d5aa5682baa9826" providerId="LiveId" clId="{60B02B37-4EBA-418B-AEF3-D1396CFBA3D0}" dt="2025-09-08T19:08:48.213" v="0" actId="21"/>
          <ac:spMkLst>
            <pc:docMk/>
            <pc:sldMk cId="0" sldId="265"/>
            <ac:spMk id="6" creationId="{00000000-0000-0000-0000-000000000000}"/>
          </ac:spMkLst>
        </pc:spChg>
        <pc:spChg chg="del">
          <ac:chgData name="Jacob Bevier" userId="0d5aa5682baa9826" providerId="LiveId" clId="{60B02B37-4EBA-418B-AEF3-D1396CFBA3D0}" dt="2025-09-08T19:08:51.316" v="1" actId="21"/>
          <ac:spMkLst>
            <pc:docMk/>
            <pc:sldMk cId="0" sldId="265"/>
            <ac:spMk id="8" creationId="{38F3895F-A7A6-C21A-4CEC-3F1D1A4765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653C9E-CA06-3182-CF9A-F90688DEB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9144000" cy="6492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77920" y="1339500"/>
            <a:ext cx="498816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b="1" i="1" dirty="0"/>
          </a:p>
          <a:p>
            <a:pPr algn="ctr">
              <a:defRPr sz="1800">
                <a:solidFill>
                  <a:srgbClr val="000000"/>
                </a:solidFill>
              </a:defRPr>
            </a:pPr>
            <a:r>
              <a:rPr b="1" i="1" dirty="0"/>
              <a:t>Revolutionizing Residential Trash Bin Sanitation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b="1" i="1" dirty="0"/>
          </a:p>
          <a:p>
            <a:pPr algn="ctr">
              <a:defRPr sz="1800">
                <a:solidFill>
                  <a:srgbClr val="000000"/>
                </a:solidFill>
              </a:defRPr>
            </a:pPr>
            <a:r>
              <a:rPr b="1" i="1" u="sng" dirty="0"/>
              <a:t>Patent Pending</a:t>
            </a:r>
            <a:r>
              <a:rPr dirty="0"/>
              <a:t>: Application No. 63/723,626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563947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000000"/>
                </a:solidFill>
              </a:defRPr>
            </a:pP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Self-Righting Automatic Dumpster Cleaner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C38896A-671D-9667-5B99-2AF11952C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9144000" cy="6492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228E0DE-CF6E-F36F-B585-9B03835C7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Big Idea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47EAD6-953C-A928-55AE-1861B8239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006" y="3960495"/>
            <a:ext cx="1971675" cy="2714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735080-A77D-0F92-5352-6D634E6A1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" y="4585095"/>
            <a:ext cx="2228850" cy="20478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969EAA-B495-5EE3-F121-FBEECB026B2B}"/>
              </a:ext>
            </a:extLst>
          </p:cNvPr>
          <p:cNvSpPr txBox="1"/>
          <p:nvPr/>
        </p:nvSpPr>
        <p:spPr>
          <a:xfrm>
            <a:off x="278661" y="2488455"/>
            <a:ext cx="6858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High-expansion foam eliminates grime, grease, and odors effortlessly.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969A9-0B84-A0A9-AE0E-322957907DA6}"/>
              </a:ext>
            </a:extLst>
          </p:cNvPr>
          <p:cNvSpPr txBox="1"/>
          <p:nvPr/>
        </p:nvSpPr>
        <p:spPr>
          <a:xfrm>
            <a:off x="278661" y="3247641"/>
            <a:ext cx="47117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Affordable and simple to use for homeowners.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6592A5-5DCB-4DD7-42EB-AC49F737FC40}"/>
              </a:ext>
            </a:extLst>
          </p:cNvPr>
          <p:cNvSpPr txBox="1"/>
          <p:nvPr/>
        </p:nvSpPr>
        <p:spPr>
          <a:xfrm>
            <a:off x="278661" y="1732314"/>
            <a:ext cx="6341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Eco-friendly, self-righting, single-use cleaner for residential bins.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A094910-0E39-307E-5294-890817B50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9144000" cy="6492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0F8D17F3-9001-CEA5-8103-9E24A570F3D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Residential Cleaning Challenge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46FE5B-1580-8527-6BAD-CD3EA70A9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57259"/>
            <a:ext cx="1877597" cy="23178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0C97E5-D5C3-88CE-BD03-9E799FD70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907" y="4411766"/>
            <a:ext cx="1726093" cy="22633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B27D41-5D29-2ABF-1D66-29459CD7B810}"/>
              </a:ext>
            </a:extLst>
          </p:cNvPr>
          <p:cNvSpPr txBox="1"/>
          <p:nvPr/>
        </p:nvSpPr>
        <p:spPr>
          <a:xfrm>
            <a:off x="1563624" y="1716071"/>
            <a:ext cx="5784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125 million residential trash bins in the U.S. remain dirty.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017C1C-B55D-B4EB-A855-E6940C7CDCE1}"/>
              </a:ext>
            </a:extLst>
          </p:cNvPr>
          <p:cNvSpPr txBox="1"/>
          <p:nvPr/>
        </p:nvSpPr>
        <p:spPr>
          <a:xfrm>
            <a:off x="1563624" y="2360704"/>
            <a:ext cx="593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Leads to odors, bacteria buildup, and unsanitary conditions.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93919A-F8C5-CEBF-3A65-04AED32CE852}"/>
              </a:ext>
            </a:extLst>
          </p:cNvPr>
          <p:cNvSpPr txBox="1"/>
          <p:nvPr/>
        </p:nvSpPr>
        <p:spPr>
          <a:xfrm>
            <a:off x="1563624" y="3005337"/>
            <a:ext cx="5556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cleaning is inconvenient; professional services are costly.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656B3CD-9B9C-C5CE-F569-8B0D13DCA6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0" y="182880"/>
            <a:ext cx="9144000" cy="6492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259A1195-1478-DB30-A634-73FF9FD270DA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859339"/>
            <a:ext cx="1059789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Self-Righting Technology: Ensures upright activation for maximum coverage.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Pull-Tab Activation: Simple and quick for users.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High-Expansion Foam: Dissolves grime and eliminates odors in minutes.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Eco-Friendly Design: Biodegradable and single-use.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13C892-2DB8-6795-55C1-6368CE9CD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473" y="4553712"/>
            <a:ext cx="3189528" cy="21214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1701B2-6B70-E60C-70D6-0BB4A9453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9144000" cy="6492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971233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Bin Compatibility: 30-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gallon rolling trash bins.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Dimensions: 6-inch diameter x 8-inch height.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Activation: Pull-tab and impact-trigger.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Foam Volume: 250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Weight: 0.6 lbs.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A121D48-BA20-3782-8474-E1AEAA50A6D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605E1F-273D-1303-F71B-79B7CA512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003" y="4632091"/>
            <a:ext cx="5711997" cy="20430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A22FE6-2DEA-F95E-C014-A082FDAEF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9144000" cy="6492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46504"/>
            <a:ext cx="5901487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125 million trash bins in the U.S.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Growing demand for eco-friendly cleaning solutions.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Target market: homeowners and eco-conscious consumers.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Estimated market value: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$1.5 billion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4C07DA-5E54-77B4-5DF2-5552E1CB0B4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F5EC77-C19D-F73C-5F6D-1266165AA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809" y="4126771"/>
            <a:ext cx="4054191" cy="25483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1DCF9D-EC92-0F19-2797-62FFDAC55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9144000" cy="6492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956816"/>
            <a:ext cx="6805068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Innovative Design: Patent-pending self-righting and foam activation.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Convenience: Single-use, no need for manual cleaning.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Cost-Effective: Affordable pricing for households.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Sustainability: Eco-friendly and biodegradable materials.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D86A551-AEFF-0660-C44E-8F76EB558059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C9F397-4EE6-F86C-C784-016C027F4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9144000" cy="6492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18806"/>
            <a:ext cx="5440079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Funding Secured: $300,000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Projected Year 1 Revenue: $1.2M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Profit Margin: 68%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production and market growth opportunities.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243EB0C-6C2D-F2D2-FA48-ED5A7896945B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Snapshot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3D1214-4862-FE8A-C952-AECECC5BB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9144000" cy="6492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00518"/>
            <a:ext cx="3842719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Prototype Development: Months 1-3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Manufacturing Setup: Months 4-6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Product Launch: Months 6-12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Retail Partnerships: Months 9-12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254DACF-38F6-D8E4-A8AF-75B5BFA3B44C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Milestones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5DD9E6-27C2-351F-E1CD-A35E52479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3835667"/>
            <a:ext cx="4572000" cy="28394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350E4E3-9148-DFF8-D40A-BA75D0EE4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9144000" cy="6492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321</Words>
  <Application>Microsoft Office PowerPoint</Application>
  <PresentationFormat>On-screen Show (4:3)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Our Big Idea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Jacob Bevier</cp:lastModifiedBy>
  <cp:revision>1</cp:revision>
  <dcterms:created xsi:type="dcterms:W3CDTF">2013-01-27T09:14:16Z</dcterms:created>
  <dcterms:modified xsi:type="dcterms:W3CDTF">2025-09-08T19:08:58Z</dcterms:modified>
  <cp:category/>
</cp:coreProperties>
</file>