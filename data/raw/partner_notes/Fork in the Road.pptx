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1" r:id="rId4"/>
    <p:sldId id="263" r:id="rId5"/>
    <p:sldId id="257" r:id="rId6"/>
    <p:sldId id="258" r:id="rId7"/>
    <p:sldId id="260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182EA-4164-49F4-8CED-B0F22FBE7B3C}" v="31" dt="2025-10-01T18:13:37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Bevier" userId="0d5aa5682baa9826" providerId="LiveId" clId="{60B02B37-4EBA-418B-AEF3-D1396CFBA3D0}"/>
    <pc:docChg chg="undo custSel addSld delSld modSld sldOrd">
      <pc:chgData name="Jacob Bevier" userId="0d5aa5682baa9826" providerId="LiveId" clId="{60B02B37-4EBA-418B-AEF3-D1396CFBA3D0}" dt="2025-10-01T18:45:06.937" v="651" actId="1076"/>
      <pc:docMkLst>
        <pc:docMk/>
      </pc:docMkLst>
      <pc:sldChg chg="addSp modSp mod">
        <pc:chgData name="Jacob Bevier" userId="0d5aa5682baa9826" providerId="LiveId" clId="{60B02B37-4EBA-418B-AEF3-D1396CFBA3D0}" dt="2025-10-01T18:45:06.937" v="651" actId="1076"/>
        <pc:sldMkLst>
          <pc:docMk/>
          <pc:sldMk cId="653933573" sldId="256"/>
        </pc:sldMkLst>
        <pc:spChg chg="mod">
          <ac:chgData name="Jacob Bevier" userId="0d5aa5682baa9826" providerId="LiveId" clId="{60B02B37-4EBA-418B-AEF3-D1396CFBA3D0}" dt="2025-10-01T18:45:06.937" v="651" actId="1076"/>
          <ac:spMkLst>
            <pc:docMk/>
            <pc:sldMk cId="653933573" sldId="256"/>
            <ac:spMk id="9" creationId="{D17B21A4-0D2C-FAEE-8B96-6DCCF56DAF94}"/>
          </ac:spMkLst>
        </pc:spChg>
        <pc:spChg chg="mod">
          <ac:chgData name="Jacob Bevier" userId="0d5aa5682baa9826" providerId="LiveId" clId="{60B02B37-4EBA-418B-AEF3-D1396CFBA3D0}" dt="2025-09-29T16:48:52.297" v="7" actId="1076"/>
          <ac:spMkLst>
            <pc:docMk/>
            <pc:sldMk cId="653933573" sldId="256"/>
            <ac:spMk id="10" creationId="{D124802B-95D9-F2FA-B5B4-90547D86AEC4}"/>
          </ac:spMkLst>
        </pc:spChg>
        <pc:picChg chg="add mod">
          <ac:chgData name="Jacob Bevier" userId="0d5aa5682baa9826" providerId="LiveId" clId="{60B02B37-4EBA-418B-AEF3-D1396CFBA3D0}" dt="2025-10-01T18:44:55.779" v="649" actId="1440"/>
          <ac:picMkLst>
            <pc:docMk/>
            <pc:sldMk cId="653933573" sldId="256"/>
            <ac:picMk id="12" creationId="{9FC5E0B7-630B-6572-7313-F732A70EB177}"/>
          </ac:picMkLst>
        </pc:picChg>
        <pc:picChg chg="add mod">
          <ac:chgData name="Jacob Bevier" userId="0d5aa5682baa9826" providerId="LiveId" clId="{60B02B37-4EBA-418B-AEF3-D1396CFBA3D0}" dt="2025-10-01T18:45:00.797" v="650" actId="1440"/>
          <ac:picMkLst>
            <pc:docMk/>
            <pc:sldMk cId="653933573" sldId="256"/>
            <ac:picMk id="13" creationId="{117346AA-37DB-9FF6-E06F-D9A257F7856C}"/>
          </ac:picMkLst>
        </pc:picChg>
      </pc:sldChg>
      <pc:sldChg chg="modSp mod">
        <pc:chgData name="Jacob Bevier" userId="0d5aa5682baa9826" providerId="LiveId" clId="{60B02B37-4EBA-418B-AEF3-D1396CFBA3D0}" dt="2025-10-01T18:16:14.624" v="606" actId="14100"/>
        <pc:sldMkLst>
          <pc:docMk/>
          <pc:sldMk cId="3869521182" sldId="257"/>
        </pc:sldMkLst>
        <pc:spChg chg="mod">
          <ac:chgData name="Jacob Bevier" userId="0d5aa5682baa9826" providerId="LiveId" clId="{60B02B37-4EBA-418B-AEF3-D1396CFBA3D0}" dt="2025-10-01T18:06:34.099" v="487" actId="115"/>
          <ac:spMkLst>
            <pc:docMk/>
            <pc:sldMk cId="3869521182" sldId="257"/>
            <ac:spMk id="2" creationId="{7050AFA3-2AEB-B641-96CA-EC56568AC873}"/>
          </ac:spMkLst>
        </pc:spChg>
        <pc:spChg chg="mod">
          <ac:chgData name="Jacob Bevier" userId="0d5aa5682baa9826" providerId="LiveId" clId="{60B02B37-4EBA-418B-AEF3-D1396CFBA3D0}" dt="2025-10-01T18:06:17.700" v="485" actId="1076"/>
          <ac:spMkLst>
            <pc:docMk/>
            <pc:sldMk cId="3869521182" sldId="257"/>
            <ac:spMk id="3" creationId="{44EBE581-8CB4-9CBE-AB8D-3ECD9BC331DB}"/>
          </ac:spMkLst>
        </pc:spChg>
        <pc:picChg chg="mod">
          <ac:chgData name="Jacob Bevier" userId="0d5aa5682baa9826" providerId="LiveId" clId="{60B02B37-4EBA-418B-AEF3-D1396CFBA3D0}" dt="2025-10-01T18:16:14.624" v="606" actId="14100"/>
          <ac:picMkLst>
            <pc:docMk/>
            <pc:sldMk cId="3869521182" sldId="257"/>
            <ac:picMk id="8" creationId="{51ED3DAE-9080-E1F6-0C0C-7619135B6CB9}"/>
          </ac:picMkLst>
        </pc:picChg>
      </pc:sldChg>
      <pc:sldChg chg="modSp mod">
        <pc:chgData name="Jacob Bevier" userId="0d5aa5682baa9826" providerId="LiveId" clId="{60B02B37-4EBA-418B-AEF3-D1396CFBA3D0}" dt="2025-10-01T18:07:07.480" v="493" actId="1076"/>
        <pc:sldMkLst>
          <pc:docMk/>
          <pc:sldMk cId="214129839" sldId="258"/>
        </pc:sldMkLst>
        <pc:spChg chg="mod">
          <ac:chgData name="Jacob Bevier" userId="0d5aa5682baa9826" providerId="LiveId" clId="{60B02B37-4EBA-418B-AEF3-D1396CFBA3D0}" dt="2025-10-01T18:07:07.480" v="493" actId="1076"/>
          <ac:spMkLst>
            <pc:docMk/>
            <pc:sldMk cId="214129839" sldId="258"/>
            <ac:spMk id="2" creationId="{8B9664F8-90B9-9402-733D-11C6E17AB950}"/>
          </ac:spMkLst>
        </pc:spChg>
      </pc:sldChg>
      <pc:sldChg chg="del">
        <pc:chgData name="Jacob Bevier" userId="0d5aa5682baa9826" providerId="LiveId" clId="{60B02B37-4EBA-418B-AEF3-D1396CFBA3D0}" dt="2025-10-01T17:20:30.206" v="32" actId="47"/>
        <pc:sldMkLst>
          <pc:docMk/>
          <pc:sldMk cId="3574654886" sldId="259"/>
        </pc:sldMkLst>
      </pc:sldChg>
      <pc:sldChg chg="modSp mod">
        <pc:chgData name="Jacob Bevier" userId="0d5aa5682baa9826" providerId="LiveId" clId="{60B02B37-4EBA-418B-AEF3-D1396CFBA3D0}" dt="2025-10-01T18:06:56.512" v="491" actId="115"/>
        <pc:sldMkLst>
          <pc:docMk/>
          <pc:sldMk cId="2251783617" sldId="260"/>
        </pc:sldMkLst>
        <pc:spChg chg="mod">
          <ac:chgData name="Jacob Bevier" userId="0d5aa5682baa9826" providerId="LiveId" clId="{60B02B37-4EBA-418B-AEF3-D1396CFBA3D0}" dt="2025-10-01T18:06:56.512" v="491" actId="115"/>
          <ac:spMkLst>
            <pc:docMk/>
            <pc:sldMk cId="2251783617" sldId="260"/>
            <ac:spMk id="4" creationId="{00D76E59-2BA0-0389-B436-D4AF74863FA4}"/>
          </ac:spMkLst>
        </pc:spChg>
        <pc:spChg chg="mod">
          <ac:chgData name="Jacob Bevier" userId="0d5aa5682baa9826" providerId="LiveId" clId="{60B02B37-4EBA-418B-AEF3-D1396CFBA3D0}" dt="2025-10-01T18:01:06.894" v="422" actId="20577"/>
          <ac:spMkLst>
            <pc:docMk/>
            <pc:sldMk cId="2251783617" sldId="260"/>
            <ac:spMk id="14" creationId="{CF2B6BC0-CE27-AC94-1C4D-9DCA1562EFDB}"/>
          </ac:spMkLst>
        </pc:spChg>
      </pc:sldChg>
      <pc:sldChg chg="addSp delSp modSp mod ord">
        <pc:chgData name="Jacob Bevier" userId="0d5aa5682baa9826" providerId="LiveId" clId="{60B02B37-4EBA-418B-AEF3-D1396CFBA3D0}" dt="2025-10-01T17:43:04.572" v="189"/>
        <pc:sldMkLst>
          <pc:docMk/>
          <pc:sldMk cId="3646755024" sldId="261"/>
        </pc:sldMkLst>
        <pc:spChg chg="add mod">
          <ac:chgData name="Jacob Bevier" userId="0d5aa5682baa9826" providerId="LiveId" clId="{60B02B37-4EBA-418B-AEF3-D1396CFBA3D0}" dt="2025-10-01T17:32:20.070" v="48" actId="115"/>
          <ac:spMkLst>
            <pc:docMk/>
            <pc:sldMk cId="3646755024" sldId="261"/>
            <ac:spMk id="2" creationId="{039DD3A2-64AF-4C87-4FDC-189928CDDF41}"/>
          </ac:spMkLst>
        </pc:spChg>
        <pc:spChg chg="add del mod">
          <ac:chgData name="Jacob Bevier" userId="0d5aa5682baa9826" providerId="LiveId" clId="{60B02B37-4EBA-418B-AEF3-D1396CFBA3D0}" dt="2025-10-01T17:34:29.798" v="58" actId="21"/>
          <ac:spMkLst>
            <pc:docMk/>
            <pc:sldMk cId="3646755024" sldId="261"/>
            <ac:spMk id="3" creationId="{B8DC4953-F9A5-30FD-7242-862DB7AB9F48}"/>
          </ac:spMkLst>
        </pc:spChg>
        <pc:spChg chg="add mod">
          <ac:chgData name="Jacob Bevier" userId="0d5aa5682baa9826" providerId="LiveId" clId="{60B02B37-4EBA-418B-AEF3-D1396CFBA3D0}" dt="2025-10-01T17:35:51.882" v="92" actId="20577"/>
          <ac:spMkLst>
            <pc:docMk/>
            <pc:sldMk cId="3646755024" sldId="261"/>
            <ac:spMk id="9" creationId="{D18E1D44-8C92-2310-758A-4AEBB78F89FB}"/>
          </ac:spMkLst>
        </pc:spChg>
        <pc:spChg chg="add mod">
          <ac:chgData name="Jacob Bevier" userId="0d5aa5682baa9826" providerId="LiveId" clId="{60B02B37-4EBA-418B-AEF3-D1396CFBA3D0}" dt="2025-10-01T17:42:48.697" v="187" actId="1076"/>
          <ac:spMkLst>
            <pc:docMk/>
            <pc:sldMk cId="3646755024" sldId="261"/>
            <ac:spMk id="10" creationId="{4E3CA7BB-B592-0C26-AEC4-C78E051C8E7D}"/>
          </ac:spMkLst>
        </pc:spChg>
        <pc:spChg chg="add mod">
          <ac:chgData name="Jacob Bevier" userId="0d5aa5682baa9826" providerId="LiveId" clId="{60B02B37-4EBA-418B-AEF3-D1396CFBA3D0}" dt="2025-10-01T17:41:56.106" v="184" actId="113"/>
          <ac:spMkLst>
            <pc:docMk/>
            <pc:sldMk cId="3646755024" sldId="261"/>
            <ac:spMk id="11" creationId="{75A7FB12-BBBE-3958-15D7-FC35DB167E57}"/>
          </ac:spMkLst>
        </pc:spChg>
        <pc:picChg chg="add mod">
          <ac:chgData name="Jacob Bevier" userId="0d5aa5682baa9826" providerId="LiveId" clId="{60B02B37-4EBA-418B-AEF3-D1396CFBA3D0}" dt="2025-10-01T17:41:30.171" v="178" actId="1076"/>
          <ac:picMkLst>
            <pc:docMk/>
            <pc:sldMk cId="3646755024" sldId="261"/>
            <ac:picMk id="4" creationId="{DADEEA9F-7B5D-B7CA-0F00-88275DE1EF87}"/>
          </ac:picMkLst>
        </pc:picChg>
        <pc:picChg chg="add del">
          <ac:chgData name="Jacob Bevier" userId="0d5aa5682baa9826" providerId="LiveId" clId="{60B02B37-4EBA-418B-AEF3-D1396CFBA3D0}" dt="2025-10-01T17:34:37.086" v="60" actId="478"/>
          <ac:picMkLst>
            <pc:docMk/>
            <pc:sldMk cId="3646755024" sldId="261"/>
            <ac:picMk id="5" creationId="{99E4CED5-1364-9D66-4454-19122DB799FA}"/>
          </ac:picMkLst>
        </pc:picChg>
        <pc:picChg chg="add mod">
          <ac:chgData name="Jacob Bevier" userId="0d5aa5682baa9826" providerId="LiveId" clId="{60B02B37-4EBA-418B-AEF3-D1396CFBA3D0}" dt="2025-10-01T17:42:39.795" v="186" actId="1076"/>
          <ac:picMkLst>
            <pc:docMk/>
            <pc:sldMk cId="3646755024" sldId="261"/>
            <ac:picMk id="8" creationId="{FD7F8C51-C6BB-02C3-1F15-6FE2EA91FE1B}"/>
          </ac:picMkLst>
        </pc:picChg>
      </pc:sldChg>
      <pc:sldChg chg="modSp mod">
        <pc:chgData name="Jacob Bevier" userId="0d5aa5682baa9826" providerId="LiveId" clId="{60B02B37-4EBA-418B-AEF3-D1396CFBA3D0}" dt="2025-10-01T18:18:12.259" v="631" actId="20577"/>
        <pc:sldMkLst>
          <pc:docMk/>
          <pc:sldMk cId="1279262040" sldId="262"/>
        </pc:sldMkLst>
        <pc:spChg chg="mod">
          <ac:chgData name="Jacob Bevier" userId="0d5aa5682baa9826" providerId="LiveId" clId="{60B02B37-4EBA-418B-AEF3-D1396CFBA3D0}" dt="2025-10-01T18:08:15.537" v="500" actId="1076"/>
          <ac:spMkLst>
            <pc:docMk/>
            <pc:sldMk cId="1279262040" sldId="262"/>
            <ac:spMk id="11" creationId="{FD862A86-3626-5E72-1AA1-D84A00B15B7F}"/>
          </ac:spMkLst>
        </pc:spChg>
        <pc:graphicFrameChg chg="mod modGraphic">
          <ac:chgData name="Jacob Bevier" userId="0d5aa5682baa9826" providerId="LiveId" clId="{60B02B37-4EBA-418B-AEF3-D1396CFBA3D0}" dt="2025-10-01T18:18:12.259" v="631" actId="20577"/>
          <ac:graphicFrameMkLst>
            <pc:docMk/>
            <pc:sldMk cId="1279262040" sldId="262"/>
            <ac:graphicFrameMk id="10" creationId="{1CCFE873-09C4-A656-8EFD-56696F90083F}"/>
          </ac:graphicFrameMkLst>
        </pc:graphicFrameChg>
      </pc:sldChg>
      <pc:sldChg chg="addSp delSp modSp add mod ord">
        <pc:chgData name="Jacob Bevier" userId="0d5aa5682baa9826" providerId="LiveId" clId="{60B02B37-4EBA-418B-AEF3-D1396CFBA3D0}" dt="2025-10-01T17:46:49.123" v="225"/>
        <pc:sldMkLst>
          <pc:docMk/>
          <pc:sldMk cId="723186253" sldId="263"/>
        </pc:sldMkLst>
        <pc:spChg chg="add del mod">
          <ac:chgData name="Jacob Bevier" userId="0d5aa5682baa9826" providerId="LiveId" clId="{60B02B37-4EBA-418B-AEF3-D1396CFBA3D0}" dt="2025-10-01T17:44:29.590" v="202"/>
          <ac:spMkLst>
            <pc:docMk/>
            <pc:sldMk cId="723186253" sldId="263"/>
            <ac:spMk id="2" creationId="{01E69FD6-77B3-EA2F-AAC3-850750A11967}"/>
          </ac:spMkLst>
        </pc:spChg>
        <pc:spChg chg="add mod">
          <ac:chgData name="Jacob Bevier" userId="0d5aa5682baa9826" providerId="LiveId" clId="{60B02B37-4EBA-418B-AEF3-D1396CFBA3D0}" dt="2025-10-01T17:46:37.387" v="223" actId="20577"/>
          <ac:spMkLst>
            <pc:docMk/>
            <pc:sldMk cId="723186253" sldId="263"/>
            <ac:spMk id="4" creationId="{5D00816C-CE81-6F3B-D7E4-6FFD7ED91A76}"/>
          </ac:spMkLst>
        </pc:spChg>
        <pc:spChg chg="mod">
          <ac:chgData name="Jacob Bevier" userId="0d5aa5682baa9826" providerId="LiveId" clId="{60B02B37-4EBA-418B-AEF3-D1396CFBA3D0}" dt="2025-10-01T17:44:01.689" v="196" actId="1076"/>
          <ac:spMkLst>
            <pc:docMk/>
            <pc:sldMk cId="723186253" sldId="263"/>
            <ac:spMk id="11" creationId="{F2D74785-D258-2C30-4862-C2BACA0F9629}"/>
          </ac:spMkLst>
        </pc:spChg>
        <pc:graphicFrameChg chg="del">
          <ac:chgData name="Jacob Bevier" userId="0d5aa5682baa9826" providerId="LiveId" clId="{60B02B37-4EBA-418B-AEF3-D1396CFBA3D0}" dt="2025-10-01T17:43:41.360" v="193" actId="478"/>
          <ac:graphicFrameMkLst>
            <pc:docMk/>
            <pc:sldMk cId="723186253" sldId="263"/>
            <ac:graphicFrameMk id="10" creationId="{8A2651BC-83BC-0827-D089-8DC078281972}"/>
          </ac:graphicFrameMkLst>
        </pc:graphicFrameChg>
        <pc:picChg chg="add mod">
          <ac:chgData name="Jacob Bevier" userId="0d5aa5682baa9826" providerId="LiveId" clId="{60B02B37-4EBA-418B-AEF3-D1396CFBA3D0}" dt="2025-10-01T17:44:51.615" v="205" actId="1076"/>
          <ac:picMkLst>
            <pc:docMk/>
            <pc:sldMk cId="723186253" sldId="263"/>
            <ac:picMk id="3" creationId="{C3CE9884-37BB-76FA-1181-E42AE4C4C2D2}"/>
          </ac:picMkLst>
        </pc:picChg>
      </pc:sldChg>
      <pc:sldChg chg="new del">
        <pc:chgData name="Jacob Bevier" userId="0d5aa5682baa9826" providerId="LiveId" clId="{60B02B37-4EBA-418B-AEF3-D1396CFBA3D0}" dt="2025-10-01T17:43:18.565" v="191" actId="680"/>
        <pc:sldMkLst>
          <pc:docMk/>
          <pc:sldMk cId="1849924431" sldId="263"/>
        </pc:sldMkLst>
      </pc:sldChg>
      <pc:sldChg chg="addSp delSp modSp add mod ord">
        <pc:chgData name="Jacob Bevier" userId="0d5aa5682baa9826" providerId="LiveId" clId="{60B02B37-4EBA-418B-AEF3-D1396CFBA3D0}" dt="2025-10-01T18:08:03.553" v="499" actId="1076"/>
        <pc:sldMkLst>
          <pc:docMk/>
          <pc:sldMk cId="2239722199" sldId="264"/>
        </pc:sldMkLst>
        <pc:spChg chg="mod">
          <ac:chgData name="Jacob Bevier" userId="0d5aa5682baa9826" providerId="LiveId" clId="{60B02B37-4EBA-418B-AEF3-D1396CFBA3D0}" dt="2025-10-01T18:08:03.553" v="499" actId="1076"/>
          <ac:spMkLst>
            <pc:docMk/>
            <pc:sldMk cId="2239722199" sldId="264"/>
            <ac:spMk id="11" creationId="{E24DA03C-67E0-7AB4-26A6-EBA1B9CE73C5}"/>
          </ac:spMkLst>
        </pc:spChg>
        <pc:graphicFrameChg chg="del">
          <ac:chgData name="Jacob Bevier" userId="0d5aa5682baa9826" providerId="LiveId" clId="{60B02B37-4EBA-418B-AEF3-D1396CFBA3D0}" dt="2025-10-01T17:48:00.845" v="227" actId="21"/>
          <ac:graphicFrameMkLst>
            <pc:docMk/>
            <pc:sldMk cId="2239722199" sldId="264"/>
            <ac:graphicFrameMk id="10" creationId="{D5E30CF3-A021-E448-15A5-E04B1F268142}"/>
          </ac:graphicFrameMkLst>
        </pc:graphicFrameChg>
        <pc:picChg chg="add del mod ord">
          <ac:chgData name="Jacob Bevier" userId="0d5aa5682baa9826" providerId="LiveId" clId="{60B02B37-4EBA-418B-AEF3-D1396CFBA3D0}" dt="2025-10-01T18:07:56.034" v="498" actId="167"/>
          <ac:picMkLst>
            <pc:docMk/>
            <pc:sldMk cId="2239722199" sldId="264"/>
            <ac:picMk id="2" creationId="{7C4707C9-B2B4-D098-91A7-8A74D1632F8D}"/>
          </ac:picMkLst>
        </pc:picChg>
        <pc:picChg chg="add mod">
          <ac:chgData name="Jacob Bevier" userId="0d5aa5682baa9826" providerId="LiveId" clId="{60B02B37-4EBA-418B-AEF3-D1396CFBA3D0}" dt="2025-10-01T17:51:46.862" v="297" actId="1076"/>
          <ac:picMkLst>
            <pc:docMk/>
            <pc:sldMk cId="2239722199" sldId="264"/>
            <ac:picMk id="3" creationId="{4EA86319-3B91-2566-23B7-B2DC7CCB2738}"/>
          </ac:picMkLst>
        </pc:picChg>
        <pc:picChg chg="add mod">
          <ac:chgData name="Jacob Bevier" userId="0d5aa5682baa9826" providerId="LiveId" clId="{60B02B37-4EBA-418B-AEF3-D1396CFBA3D0}" dt="2025-10-01T17:52:11.736" v="300" actId="1076"/>
          <ac:picMkLst>
            <pc:docMk/>
            <pc:sldMk cId="2239722199" sldId="264"/>
            <ac:picMk id="4" creationId="{90C3E955-32BE-B115-7D51-C9491EB1C1E7}"/>
          </ac:picMkLst>
        </pc:picChg>
        <pc:picChg chg="del">
          <ac:chgData name="Jacob Bevier" userId="0d5aa5682baa9826" providerId="LiveId" clId="{60B02B37-4EBA-418B-AEF3-D1396CFBA3D0}" dt="2025-10-01T17:50:55.128" v="280" actId="478"/>
          <ac:picMkLst>
            <pc:docMk/>
            <pc:sldMk cId="2239722199" sldId="264"/>
            <ac:picMk id="5" creationId="{C970BCDE-A97B-8AA1-8995-57730CA2AFA4}"/>
          </ac:picMkLst>
        </pc:picChg>
        <pc:picChg chg="del">
          <ac:chgData name="Jacob Bevier" userId="0d5aa5682baa9826" providerId="LiveId" clId="{60B02B37-4EBA-418B-AEF3-D1396CFBA3D0}" dt="2025-10-01T17:50:51.435" v="279" actId="478"/>
          <ac:picMkLst>
            <pc:docMk/>
            <pc:sldMk cId="2239722199" sldId="264"/>
            <ac:picMk id="6" creationId="{87ADB5EA-E669-92D8-4F7C-6D2736572998}"/>
          </ac:picMkLst>
        </pc:picChg>
        <pc:picChg chg="del">
          <ac:chgData name="Jacob Bevier" userId="0d5aa5682baa9826" providerId="LiveId" clId="{60B02B37-4EBA-418B-AEF3-D1396CFBA3D0}" dt="2025-10-01T17:50:57.799" v="281" actId="478"/>
          <ac:picMkLst>
            <pc:docMk/>
            <pc:sldMk cId="2239722199" sldId="264"/>
            <ac:picMk id="7" creationId="{F9FD300C-10FF-8101-FEEE-410F8772DDD7}"/>
          </ac:picMkLst>
        </pc:picChg>
      </pc:sldChg>
      <pc:sldChg chg="addSp delSp modSp add mod">
        <pc:chgData name="Jacob Bevier" userId="0d5aa5682baa9826" providerId="LiveId" clId="{60B02B37-4EBA-418B-AEF3-D1396CFBA3D0}" dt="2025-10-01T17:59:24.273" v="386" actId="1076"/>
        <pc:sldMkLst>
          <pc:docMk/>
          <pc:sldMk cId="2799489953" sldId="265"/>
        </pc:sldMkLst>
        <pc:spChg chg="del mod">
          <ac:chgData name="Jacob Bevier" userId="0d5aa5682baa9826" providerId="LiveId" clId="{60B02B37-4EBA-418B-AEF3-D1396CFBA3D0}" dt="2025-10-01T17:57:24.964" v="306" actId="478"/>
          <ac:spMkLst>
            <pc:docMk/>
            <pc:sldMk cId="2799489953" sldId="265"/>
            <ac:spMk id="11" creationId="{3B5F4B39-DDEE-5330-E287-AA391CD8AF27}"/>
          </ac:spMkLst>
        </pc:spChg>
        <pc:graphicFrameChg chg="del modGraphic">
          <ac:chgData name="Jacob Bevier" userId="0d5aa5682baa9826" providerId="LiveId" clId="{60B02B37-4EBA-418B-AEF3-D1396CFBA3D0}" dt="2025-10-01T17:57:19.426" v="303" actId="478"/>
          <ac:graphicFrameMkLst>
            <pc:docMk/>
            <pc:sldMk cId="2799489953" sldId="265"/>
            <ac:graphicFrameMk id="10" creationId="{FB2DE7E7-3CF7-E14B-041B-F8FE01AF9F6D}"/>
          </ac:graphicFrameMkLst>
        </pc:graphicFrameChg>
        <pc:picChg chg="add mod">
          <ac:chgData name="Jacob Bevier" userId="0d5aa5682baa9826" providerId="LiveId" clId="{60B02B37-4EBA-418B-AEF3-D1396CFBA3D0}" dt="2025-10-01T17:59:24.273" v="386" actId="1076"/>
          <ac:picMkLst>
            <pc:docMk/>
            <pc:sldMk cId="2799489953" sldId="265"/>
            <ac:picMk id="2" creationId="{E95D79BD-F4DD-E1B9-29AA-8AF8EEC2B825}"/>
          </ac:picMkLst>
        </pc:picChg>
      </pc:sldChg>
      <pc:sldChg chg="addSp delSp modSp add mod">
        <pc:chgData name="Jacob Bevier" userId="0d5aa5682baa9826" providerId="LiveId" clId="{60B02B37-4EBA-418B-AEF3-D1396CFBA3D0}" dt="2025-10-01T17:59:19.363" v="385" actId="1076"/>
        <pc:sldMkLst>
          <pc:docMk/>
          <pc:sldMk cId="938937919" sldId="266"/>
        </pc:sldMkLst>
        <pc:picChg chg="del">
          <ac:chgData name="Jacob Bevier" userId="0d5aa5682baa9826" providerId="LiveId" clId="{60B02B37-4EBA-418B-AEF3-D1396CFBA3D0}" dt="2025-10-01T17:58:37.236" v="362" actId="478"/>
          <ac:picMkLst>
            <pc:docMk/>
            <pc:sldMk cId="938937919" sldId="266"/>
            <ac:picMk id="2" creationId="{C9317A8B-B9BE-C1EE-D3C9-98C50AF99C7B}"/>
          </ac:picMkLst>
        </pc:picChg>
        <pc:picChg chg="add mod">
          <ac:chgData name="Jacob Bevier" userId="0d5aa5682baa9826" providerId="LiveId" clId="{60B02B37-4EBA-418B-AEF3-D1396CFBA3D0}" dt="2025-10-01T17:59:19.363" v="385" actId="1076"/>
          <ac:picMkLst>
            <pc:docMk/>
            <pc:sldMk cId="938937919" sldId="266"/>
            <ac:picMk id="3" creationId="{D1A8CFD1-7261-3EBB-252C-FCB60CA32BEF}"/>
          </ac:picMkLst>
        </pc:picChg>
      </pc:sldChg>
      <pc:sldChg chg="addSp delSp modSp add mod ord">
        <pc:chgData name="Jacob Bevier" userId="0d5aa5682baa9826" providerId="LiveId" clId="{60B02B37-4EBA-418B-AEF3-D1396CFBA3D0}" dt="2025-10-01T18:25:58.497" v="644" actId="1076"/>
        <pc:sldMkLst>
          <pc:docMk/>
          <pc:sldMk cId="77175592" sldId="267"/>
        </pc:sldMkLst>
        <pc:spChg chg="del mod">
          <ac:chgData name="Jacob Bevier" userId="0d5aa5682baa9826" providerId="LiveId" clId="{60B02B37-4EBA-418B-AEF3-D1396CFBA3D0}" dt="2025-10-01T18:08:54.861" v="504" actId="478"/>
          <ac:spMkLst>
            <pc:docMk/>
            <pc:sldMk cId="77175592" sldId="267"/>
            <ac:spMk id="11" creationId="{B424BCD7-080B-658A-212D-DDEF141CEAB2}"/>
          </ac:spMkLst>
        </pc:spChg>
        <pc:spChg chg="add mod">
          <ac:chgData name="Jacob Bevier" userId="0d5aa5682baa9826" providerId="LiveId" clId="{60B02B37-4EBA-418B-AEF3-D1396CFBA3D0}" dt="2025-10-01T18:25:15.935" v="636" actId="1076"/>
          <ac:spMkLst>
            <pc:docMk/>
            <pc:sldMk cId="77175592" sldId="267"/>
            <ac:spMk id="13" creationId="{FC456ED6-F9C0-9FD4-4D2F-7076B8CC024E}"/>
          </ac:spMkLst>
        </pc:spChg>
        <pc:graphicFrameChg chg="del">
          <ac:chgData name="Jacob Bevier" userId="0d5aa5682baa9826" providerId="LiveId" clId="{60B02B37-4EBA-418B-AEF3-D1396CFBA3D0}" dt="2025-10-01T18:08:51.552" v="502" actId="478"/>
          <ac:graphicFrameMkLst>
            <pc:docMk/>
            <pc:sldMk cId="77175592" sldId="267"/>
            <ac:graphicFrameMk id="10" creationId="{B8ECDF29-0609-851E-CBB7-3A90184DD0E7}"/>
          </ac:graphicFrameMkLst>
        </pc:graphicFrameChg>
        <pc:picChg chg="add mod">
          <ac:chgData name="Jacob Bevier" userId="0d5aa5682baa9826" providerId="LiveId" clId="{60B02B37-4EBA-418B-AEF3-D1396CFBA3D0}" dt="2025-10-01T18:25:22.840" v="637" actId="1076"/>
          <ac:picMkLst>
            <pc:docMk/>
            <pc:sldMk cId="77175592" sldId="267"/>
            <ac:picMk id="2" creationId="{9D722819-76CE-E9B9-41B2-258BF5D4FE51}"/>
          </ac:picMkLst>
        </pc:picChg>
        <pc:picChg chg="add mod">
          <ac:chgData name="Jacob Bevier" userId="0d5aa5682baa9826" providerId="LiveId" clId="{60B02B37-4EBA-418B-AEF3-D1396CFBA3D0}" dt="2025-10-01T18:15:00.530" v="595" actId="1076"/>
          <ac:picMkLst>
            <pc:docMk/>
            <pc:sldMk cId="77175592" sldId="267"/>
            <ac:picMk id="3" creationId="{4B18680A-BEE4-AE98-DF65-99BA4C8E3CCF}"/>
          </ac:picMkLst>
        </pc:picChg>
        <pc:picChg chg="add mod">
          <ac:chgData name="Jacob Bevier" userId="0d5aa5682baa9826" providerId="LiveId" clId="{60B02B37-4EBA-418B-AEF3-D1396CFBA3D0}" dt="2025-10-01T18:25:26.491" v="638" actId="1076"/>
          <ac:picMkLst>
            <pc:docMk/>
            <pc:sldMk cId="77175592" sldId="267"/>
            <ac:picMk id="4" creationId="{B4FA4A89-4BE2-C59E-0C62-3E0116FFCDD6}"/>
          </ac:picMkLst>
        </pc:picChg>
        <pc:picChg chg="add mod">
          <ac:chgData name="Jacob Bevier" userId="0d5aa5682baa9826" providerId="LiveId" clId="{60B02B37-4EBA-418B-AEF3-D1396CFBA3D0}" dt="2025-10-01T18:25:58.497" v="644" actId="1076"/>
          <ac:picMkLst>
            <pc:docMk/>
            <pc:sldMk cId="77175592" sldId="267"/>
            <ac:picMk id="8" creationId="{8D0BE4FC-AB1C-9DAF-7252-EC8D1E124031}"/>
          </ac:picMkLst>
        </pc:picChg>
        <pc:picChg chg="add mod">
          <ac:chgData name="Jacob Bevier" userId="0d5aa5682baa9826" providerId="LiveId" clId="{60B02B37-4EBA-418B-AEF3-D1396CFBA3D0}" dt="2025-10-01T18:25:35.760" v="640" actId="1076"/>
          <ac:picMkLst>
            <pc:docMk/>
            <pc:sldMk cId="77175592" sldId="267"/>
            <ac:picMk id="9" creationId="{424A41BE-B169-B002-A54A-712A1CAAFD23}"/>
          </ac:picMkLst>
        </pc:picChg>
        <pc:picChg chg="add mod">
          <ac:chgData name="Jacob Bevier" userId="0d5aa5682baa9826" providerId="LiveId" clId="{60B02B37-4EBA-418B-AEF3-D1396CFBA3D0}" dt="2025-10-01T18:25:31.795" v="639" actId="1076"/>
          <ac:picMkLst>
            <pc:docMk/>
            <pc:sldMk cId="77175592" sldId="267"/>
            <ac:picMk id="12" creationId="{4DCF30BA-DCDC-26B6-8783-4C6AB2E6B4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C82C-430C-6FB0-0CAE-EECEF445F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E6280-D809-82FB-8DB0-B41C4A8C1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30D2B-4955-BCC3-8467-564FCFBE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2C60A-FCF9-5828-F016-FF6EDB42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A00A-5108-8A88-AC96-EFF341D8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D08E-3B3A-9B25-A90C-CC5B4EE9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D49AD-47CA-477E-D625-BA33C4EE8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1F798-B141-B4F5-4C19-B4F8339F8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929AD-E435-0A36-7E0D-EFD19CF7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D5668-A3DA-F016-B019-5D19C324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F05A-1292-F9A3-DCF9-BAA8A96AD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80184-3AD0-3138-6679-7F4A9D58D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D759D-4672-242A-9266-598EA8C9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59E9-C55B-C933-43AA-27508BF3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AD4AF-FF6E-F43C-7B35-6F38C74E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8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D191-8A47-5462-81FE-BFD363CB5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AF1C0-5489-50DD-2C0E-7A6542087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AA54E-2F58-BAF3-7C73-527B978F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FDDD2-D022-30B1-8E4F-513FEAA5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202EE-9C21-B98E-8C09-4BF9F5FC9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CF6BB-4B65-99F4-EB39-C94262E4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6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17D6D-ADFE-FA9F-BFAB-EDF06685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B2951-D613-FF95-745A-5DB0F21D9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C30C9-C797-0060-BBCE-28F4EE049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A61CFD-8F02-A37E-1165-F88C13BE2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EF031-89DC-D3D0-901A-B149BFA77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3D00F-2807-3652-81F6-736D30F4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07676-91E5-361B-9D4E-21C09E82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E9D19-0BCE-0922-5C06-9958D66F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1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080B-24EF-F358-62D2-D9FB424F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2F5D92-806B-DE83-1DFF-2104E170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A1768-2169-0082-B86B-A3B427EE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11B8C-4286-FA00-09C8-BCD46E4B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5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361435-4129-B728-9C74-F8643057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004CD-FC64-B54A-5622-3772808D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AF3F3-E6F1-BB62-6DD0-01F3EEDE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0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6F83-EE38-F1AE-09DB-AF99D48B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06137-4041-A33F-8D58-4CF4666C1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B51B4-FA2C-5660-9D19-0251F416B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1E432-B815-83BA-BF5F-E783A8A3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0BC49-CFAE-C9A6-F451-90C79301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E6616-94C8-BB44-E9F9-D9DD32E3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9054-3EC8-AD7D-4C6A-E21808A07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FBB95-DABC-9BD2-DBBD-EFDFA40B2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6E250-C065-10C8-A4D5-F002A2C38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DA349-B750-8924-DD4C-F198E50B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B636-F96D-9CC4-699A-4EE5DA0C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BC113-6949-0590-5EB6-743B57EF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8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3E01-9D06-7EB3-130E-B7D6C3C5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ADE1C-7394-A3A5-6458-0BFB17ED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FD092-625B-CA00-F689-F8098458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4728D-4306-527A-5FBB-354B26FD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3E4F3-9C54-3B05-3FD8-DC52F5B0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0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8BDCD0-100C-BD48-9679-1AA419D9F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2B99B-19A6-08A7-0AFE-B727D9105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161DF-2ED7-EBC2-9897-DCDD9B26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B3105-F235-0912-5A4B-24C442D9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91C85-A918-5A3C-9DA1-3D56DC50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9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190A7-85BF-EF9C-61C9-D682EDF1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BECEC-AF3C-00EE-ACF0-8ACDC198E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EC7C1-A106-DC2B-36CC-CE312C598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E975F-2CC1-4FCD-9CF5-F59CBD335F3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3C42E-FF4D-9E92-B9D8-9BD043F9A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45297-1F5C-DC5B-C425-A6202C1EC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AFC97-5671-4C42-A6AB-B6CB1C9CA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76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04B0DE-31D6-E5AD-F4BB-2D9017155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8643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656D40-FC6C-63AB-06B2-600A0B027B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6CB880-915F-65B5-730B-C04F2E5422F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1331B6-69C8-CD19-3D5D-A2447B67CBEE}"/>
              </a:ext>
            </a:extLst>
          </p:cNvPr>
          <p:cNvSpPr txBox="1"/>
          <p:nvPr/>
        </p:nvSpPr>
        <p:spPr>
          <a:xfrm>
            <a:off x="1810210" y="758072"/>
            <a:ext cx="85715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DUMPSTER DIVER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7B21A4-0D2C-FAEE-8B96-6DCCF56DAF94}"/>
              </a:ext>
            </a:extLst>
          </p:cNvPr>
          <p:cNvSpPr txBox="1"/>
          <p:nvPr/>
        </p:nvSpPr>
        <p:spPr>
          <a:xfrm>
            <a:off x="3218450" y="1975318"/>
            <a:ext cx="5755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**Evaluation of Production Paths Forward**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4802B-95D9-F2FA-B5B4-90547D86AEC4}"/>
              </a:ext>
            </a:extLst>
          </p:cNvPr>
          <p:cNvSpPr txBox="1"/>
          <p:nvPr/>
        </p:nvSpPr>
        <p:spPr>
          <a:xfrm>
            <a:off x="5154073" y="5813785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Brag &amp; Bev LLC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AD9EB-DA9A-D891-26AF-9F81ED5DB200}"/>
              </a:ext>
            </a:extLst>
          </p:cNvPr>
          <p:cNvSpPr txBox="1"/>
          <p:nvPr/>
        </p:nvSpPr>
        <p:spPr>
          <a:xfrm>
            <a:off x="2788691" y="6441876"/>
            <a:ext cx="7187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Braganini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Apollo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Braganini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Sarah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Braganini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Candice Aaron and Jacob Bevier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C5E0B7-630B-6572-7313-F732A70EB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38" y="3031084"/>
            <a:ext cx="4827246" cy="236790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7346AA-37DB-9FF6-E06F-D9A257F78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722" y="3031084"/>
            <a:ext cx="4827246" cy="236790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53933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D265C-525D-832C-83F6-69DE52C1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37337A-82F5-21F6-F605-FD0EE5283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8643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5A238F-E317-FCCD-2420-65E64C0C72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EA24BD-5EE6-027C-628F-EBE63A77775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722819-76CE-E9B9-41B2-258BF5D4F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344" y="777185"/>
            <a:ext cx="3639710" cy="20382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18680A-BEE4-AE98-DF65-99BA4C8E3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398" y="735861"/>
            <a:ext cx="3300221" cy="21961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FA4A89-4BE2-C59E-0C62-3E0116FFCD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754" y="2458630"/>
            <a:ext cx="3102493" cy="21961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0BE4FC-AB1C-9DAF-7252-EC8D1E1240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287" y="3484774"/>
            <a:ext cx="3575370" cy="18071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4A41BE-B169-B002-A54A-712A1CAAFD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2397" y="3429000"/>
            <a:ext cx="3683338" cy="19186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CF30BA-DCDC-26B6-8783-4C6AB2E6B4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3943" y="5024790"/>
            <a:ext cx="3944114" cy="147232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456ED6-F9C0-9FD4-4D2F-7076B8CC024E}"/>
              </a:ext>
            </a:extLst>
          </p:cNvPr>
          <p:cNvSpPr txBox="1"/>
          <p:nvPr/>
        </p:nvSpPr>
        <p:spPr>
          <a:xfrm>
            <a:off x="1760277" y="203750"/>
            <a:ext cx="879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to Finding a New CHEMIST</a:t>
            </a:r>
          </a:p>
        </p:txBody>
      </p:sp>
    </p:spTree>
    <p:extLst>
      <p:ext uri="{BB962C8B-B14F-4D97-AF65-F5344CB8AC3E}">
        <p14:creationId xmlns:p14="http://schemas.microsoft.com/office/powerpoint/2010/main" val="7717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F75AB-61B6-62BA-AEBC-7D43857BB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8CDB1-F013-09A1-A4C9-AD918720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8643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E4CED5-1364-9D66-4454-19122DB799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6259F-4D88-94BF-09B7-26ADD33616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9DD3A2-64AF-4C87-4FDC-189928CDDF41}"/>
              </a:ext>
            </a:extLst>
          </p:cNvPr>
          <p:cNvSpPr txBox="1"/>
          <p:nvPr/>
        </p:nvSpPr>
        <p:spPr>
          <a:xfrm>
            <a:off x="2424681" y="186813"/>
            <a:ext cx="79159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/ Colleges / Institutions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EEA9F-7B5D-B7CA-0F00-88275DE1E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656" y="1536752"/>
            <a:ext cx="4895512" cy="45602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7F8C51-C6BB-02C3-1F15-6FE2EA91FE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585" y="1445303"/>
            <a:ext cx="5078408" cy="4743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3CA7BB-B592-0C26-AEC4-C78E051C8E7D}"/>
              </a:ext>
            </a:extLst>
          </p:cNvPr>
          <p:cNvSpPr txBox="1">
            <a:spLocks/>
          </p:cNvSpPr>
          <p:nvPr/>
        </p:nvSpPr>
        <p:spPr>
          <a:xfrm>
            <a:off x="906718" y="1536751"/>
            <a:ext cx="479814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Minnesota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Georgia Tech (multiple departments, incl. Rodney Weber contact)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North Carolina State University (multiple departments)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Stony Brook 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Virginia Commonwealth University (VCU)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Purdue 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California, Irvine (UCI)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Central Michigan 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California Polytechnic State University (Cal Poly)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Texas A&amp;M University (tamu.edu)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Colorado State 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Skidmore College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California, San Diego (UCSD)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Miami 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South Florida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New Mexico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New Jersey Institute of Technology (NJIT)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Michigan (multiple departments</a:t>
            </a:r>
            <a:r>
              <a:rPr lang="en-US" b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7FB12-BBBE-3958-15D7-FC35DB167E57}"/>
              </a:ext>
            </a:extLst>
          </p:cNvPr>
          <p:cNvSpPr txBox="1">
            <a:spLocks/>
          </p:cNvSpPr>
          <p:nvPr/>
        </p:nvSpPr>
        <p:spPr>
          <a:xfrm>
            <a:off x="6382656" y="1536751"/>
            <a:ext cx="489551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Imperial College London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South Carolina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Washington University in St. Louis (wustl.edu)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Texas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Tulane 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Maryland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Maryland School of Pharmacy (separate department)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Clarkson University (clarkson.edu)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Denver (du.edu)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Edinburgh (ed.ac.uk)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Washington (uw.edu)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Utah (utah.edu)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California, Los Angeles (UCLA)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Warsaw, Poland (uw.edu.pl)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Virginia Tech (vt.edu)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North Dakota (und.edu)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Lund University, Sweden (lth.se)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University of Iowa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Penn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3646755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7FE9D-3D3F-C524-4476-784E15888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B03E82-0CE3-2161-56D8-70E3FDCF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8643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0A2D30-FB90-17A2-6283-49D4321CCA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FF0BB7-F3A0-8E04-D8CA-5453937B39A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D74785-D258-2C30-4862-C2BACA0F9629}"/>
              </a:ext>
            </a:extLst>
          </p:cNvPr>
          <p:cNvSpPr txBox="1"/>
          <p:nvPr/>
        </p:nvSpPr>
        <p:spPr>
          <a:xfrm>
            <a:off x="1864554" y="286391"/>
            <a:ext cx="84628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/ Labs / Other Institutions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CE9884-37BB-76FA-1181-E42AE4C4C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797" y="1451370"/>
            <a:ext cx="5078408" cy="47430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00816C-CE81-6F3B-D7E4-6FFD7ED91A76}"/>
              </a:ext>
            </a:extLst>
          </p:cNvPr>
          <p:cNvSpPr txBox="1"/>
          <p:nvPr/>
        </p:nvSpPr>
        <p:spPr>
          <a:xfrm>
            <a:off x="3854245" y="1791594"/>
            <a:ext cx="44245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Freelance Formulations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Beakers and Bottles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ARE Labs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ATS (Aerosol Technical Solutions – via John Chadwick)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Uno FormulationsDesign.lth.se (likely tied to Lund University design group)</a:t>
            </a:r>
          </a:p>
        </p:txBody>
      </p:sp>
    </p:spTree>
    <p:extLst>
      <p:ext uri="{BB962C8B-B14F-4D97-AF65-F5344CB8AC3E}">
        <p14:creationId xmlns:p14="http://schemas.microsoft.com/office/powerpoint/2010/main" val="723186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9202B-67C9-B93A-5368-2D22B218A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440C48-A2C1-2E19-8C0E-0970226C9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0441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B3EE4E-8AC9-460B-3E66-8AD7E2AD64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C66F56-4599-412E-FD4F-8CF52851D30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50AFA3-2AEB-B641-96CA-EC56568AC873}"/>
              </a:ext>
            </a:extLst>
          </p:cNvPr>
          <p:cNvSpPr txBox="1"/>
          <p:nvPr/>
        </p:nvSpPr>
        <p:spPr>
          <a:xfrm>
            <a:off x="2862680" y="178669"/>
            <a:ext cx="6466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1: DIY Formulas =&gt; MB Industries (BOV)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BE581-8CB4-9CBE-AB8D-3ECD9BC331DB}"/>
              </a:ext>
            </a:extLst>
          </p:cNvPr>
          <p:cNvSpPr txBox="1"/>
          <p:nvPr/>
        </p:nvSpPr>
        <p:spPr>
          <a:xfrm>
            <a:off x="161346" y="690797"/>
            <a:ext cx="64053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Process: Source our own chemicals, mix/test small 1L batches, ship to MB Industries, Pennsylvania =&gt; MB fills into BOV cans =&gt; they send back units to 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Regulatory: No VOC concern; BOV is air-powered.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Cost: Approximately $1,000 for chemicals and supplies for initial formulation batches.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BOV is usually 20–50% more expensive than a comparable traditional aerosol.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 a per-unit basis, depending on volume: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Traditional aerosol filling: $0.15–0.30 extra cost per can.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BOV filling: $0.40–0.60 extra cost per 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Pros: Full control of formulation, BOV = eco-friendly marketing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Cons: Slower, more bench work on my end, even with the DIY could be more costly in the long run.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ED3DAE-9080-E1F6-0C0C-7619135B6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240" y="1539675"/>
            <a:ext cx="5529730" cy="5178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DA341D-6D16-4C67-0C06-390691F873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6156" y="5244989"/>
            <a:ext cx="1902272" cy="141174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AFC81F3-29B4-3721-69C9-322D5535EDD2}"/>
              </a:ext>
            </a:extLst>
          </p:cNvPr>
          <p:cNvGrpSpPr/>
          <p:nvPr/>
        </p:nvGrpSpPr>
        <p:grpSpPr>
          <a:xfrm>
            <a:off x="6817704" y="536007"/>
            <a:ext cx="4784361" cy="801120"/>
            <a:chOff x="6817704" y="536007"/>
            <a:chExt cx="4784361" cy="80112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E53099-F07A-E32A-937F-EE56E064D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17704" y="641802"/>
              <a:ext cx="762000" cy="69532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841E81-CA54-A847-E6D3-58FFE859551B}"/>
                </a:ext>
              </a:extLst>
            </p:cNvPr>
            <p:cNvSpPr txBox="1"/>
            <p:nvPr/>
          </p:nvSpPr>
          <p:spPr>
            <a:xfrm>
              <a:off x="7490691" y="536007"/>
              <a:ext cx="41113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  <a:p>
              <a:r>
                <a:rPr lang="en-US" dirty="0"/>
                <a:t>Aerosol Research and Engineering Labs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952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BA3EF-6988-7F74-E579-975A8C7D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7D9868-45FE-50A9-CC48-3851AF4F2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0441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ADB17-A89E-9A22-E263-9BCF67C424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0792E3-7E41-5DC6-91BD-31DFBA8D6B2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9664F8-90B9-9402-733D-11C6E17AB950}"/>
              </a:ext>
            </a:extLst>
          </p:cNvPr>
          <p:cNvSpPr txBox="1"/>
          <p:nvPr/>
        </p:nvSpPr>
        <p:spPr>
          <a:xfrm>
            <a:off x="4236555" y="164624"/>
            <a:ext cx="282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DIY Formulations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2892E-53E6-F067-7544-9D7FE4C952D1}"/>
              </a:ext>
            </a:extLst>
          </p:cNvPr>
          <p:cNvSpPr txBox="1"/>
          <p:nvPr/>
        </p:nvSpPr>
        <p:spPr>
          <a:xfrm>
            <a:off x="241808" y="943896"/>
            <a:ext cx="10991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F1 — Baseline Foaming Cleanser — 1 L Batch Card</a:t>
            </a:r>
          </a:p>
          <a:p>
            <a:r>
              <a:rPr lang="en-US" b="1" dirty="0"/>
              <a:t>Goal: Simple, clear, stable; good foam; VOC-free; BOV-ready. | Target pH: 5.8–6.0 | Viscosity: »250–400 </a:t>
            </a:r>
            <a:r>
              <a:rPr lang="en-US" b="1" dirty="0" err="1"/>
              <a:t>cP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FD3AA-003A-D543-D2BE-8CA4BF024FCC}"/>
              </a:ext>
            </a:extLst>
          </p:cNvPr>
          <p:cNvSpPr txBox="1"/>
          <p:nvPr/>
        </p:nvSpPr>
        <p:spPr>
          <a:xfrm>
            <a:off x="241808" y="2043949"/>
            <a:ext cx="10814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F2 — Boosted Cleaning (</a:t>
            </a:r>
            <a:r>
              <a:rPr lang="en-US" b="1" dirty="0" err="1"/>
              <a:t>Hydrotrope</a:t>
            </a:r>
            <a:r>
              <a:rPr lang="en-US" b="1" dirty="0"/>
              <a:t> + Co-solvent) — 1 L Batch Card</a:t>
            </a:r>
          </a:p>
          <a:p>
            <a:r>
              <a:rPr lang="en-US" b="1" dirty="0"/>
              <a:t>Goal: Better grease/soil tolerance; remains BOV-sprayable. | Target pH: 5.8–6.0 | Viscosity: »250–450 </a:t>
            </a:r>
            <a:r>
              <a:rPr lang="en-US" b="1" dirty="0" err="1"/>
              <a:t>cP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A6519-CCF7-9D88-B5BD-C21799BAF9EE}"/>
              </a:ext>
            </a:extLst>
          </p:cNvPr>
          <p:cNvSpPr txBox="1"/>
          <p:nvPr/>
        </p:nvSpPr>
        <p:spPr>
          <a:xfrm>
            <a:off x="241808" y="3291406"/>
            <a:ext cx="10463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F3 — Heavy-Duty Anionic System — 1 L Batch Card</a:t>
            </a:r>
          </a:p>
          <a:p>
            <a:r>
              <a:rPr lang="en-US" b="1" dirty="0"/>
              <a:t>Goal: Stronger cleaning; clearer rinse; </a:t>
            </a:r>
            <a:r>
              <a:rPr lang="en-US" b="1" dirty="0" err="1"/>
              <a:t>anionicnforward</a:t>
            </a:r>
            <a:r>
              <a:rPr lang="en-US" b="1" dirty="0"/>
              <a:t>. | Target pH: 5.8–6.0 | Viscosity: »300–600 </a:t>
            </a:r>
            <a:r>
              <a:rPr lang="en-US" b="1" dirty="0" err="1"/>
              <a:t>cP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8E667-9E62-705D-C93F-AB0C52E1A63C}"/>
              </a:ext>
            </a:extLst>
          </p:cNvPr>
          <p:cNvSpPr txBox="1"/>
          <p:nvPr/>
        </p:nvSpPr>
        <p:spPr>
          <a:xfrm>
            <a:off x="241808" y="4388702"/>
            <a:ext cx="11199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F4 — Advanced (Builders + Polymer Anti-redeposition) — 1 L Batch Card</a:t>
            </a:r>
          </a:p>
          <a:p>
            <a:r>
              <a:rPr lang="en-US" b="1" dirty="0"/>
              <a:t>Goal: Highest performance; watch clarity/viscosity &amp; filtration. | Target pH: 5.8–6.0 | Viscosity: »300–600 </a:t>
            </a:r>
            <a:r>
              <a:rPr lang="en-US" b="1" dirty="0" err="1"/>
              <a:t>cP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2B954F-E4AD-0826-29C2-7BFD39774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43" y="5275737"/>
            <a:ext cx="2021093" cy="1417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F9D7A9-D98A-7E6A-1878-DBD7498FD6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7608" y="5281116"/>
            <a:ext cx="2122249" cy="14122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AD573C-DDDD-2FCD-1AF8-163ABE231C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0986" y="5275737"/>
            <a:ext cx="2712767" cy="1417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43377F-F5B9-A154-B5A8-881F085A4E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8273" y="5275737"/>
            <a:ext cx="3389424" cy="141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9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879CA-104D-35A2-0356-86EFF1ED9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542651-3AB5-5BCE-9131-5FBB303D3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8643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422B6B-5512-2ABD-1B0C-8CFD2C3332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939419-F0DA-00EB-37D2-0D7609AAE1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D76E59-2BA0-0389-B436-D4AF74863FA4}"/>
              </a:ext>
            </a:extLst>
          </p:cNvPr>
          <p:cNvSpPr txBox="1"/>
          <p:nvPr/>
        </p:nvSpPr>
        <p:spPr>
          <a:xfrm flipH="1">
            <a:off x="2907677" y="273645"/>
            <a:ext cx="6376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2: </a:t>
            </a:r>
            <a:r>
              <a:rPr lang="en-US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SprayProducts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(Conventional Aerosol)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01C2F5-E8D7-588A-CD2B-BB19BCC4F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100" y="5029430"/>
            <a:ext cx="6987800" cy="12735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2B6BC0-CE27-AC94-1C4D-9DCA1562EFDB}"/>
              </a:ext>
            </a:extLst>
          </p:cNvPr>
          <p:cNvSpPr txBox="1"/>
          <p:nvPr/>
        </p:nvSpPr>
        <p:spPr>
          <a:xfrm>
            <a:off x="599766" y="1358876"/>
            <a:ext cx="107269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Process: </a:t>
            </a:r>
            <a:r>
              <a:rPr lang="en-US" b="1" dirty="0" err="1"/>
              <a:t>SprayProducts</a:t>
            </a:r>
            <a:r>
              <a:rPr lang="en-US" b="1" dirty="0"/>
              <a:t> handles formulation + nozzle pairing + filling.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Regulatory: VOC compliance not a problem (their expertise).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Notes: They emphasized confidence, attitude, and alignment with our vision.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Pros: Fastest to manufacturable solution, strong technical partner.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Cons: Standard aerosol format (less eco-friendly than BOV), VOC compliance still applies.</a:t>
            </a:r>
          </a:p>
        </p:txBody>
      </p:sp>
    </p:spTree>
    <p:extLst>
      <p:ext uri="{BB962C8B-B14F-4D97-AF65-F5344CB8AC3E}">
        <p14:creationId xmlns:p14="http://schemas.microsoft.com/office/powerpoint/2010/main" val="2251783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49DA1-9A02-2757-AC01-7084E471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7F9A1B-09EC-A46C-4A95-FCDE2B627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8643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B25CE7-99B6-0B30-70D8-F290E29A10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C043A6-DAC9-8B33-000D-F432BBCB0DD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CCFE873-09C4-A656-8EFD-56696F900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869656"/>
              </p:ext>
            </p:extLst>
          </p:nvPr>
        </p:nvGraphicFramePr>
        <p:xfrm>
          <a:off x="299884" y="2273162"/>
          <a:ext cx="11592232" cy="2809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296">
                  <a:extLst>
                    <a:ext uri="{9D8B030D-6E8A-4147-A177-3AD203B41FA5}">
                      <a16:colId xmlns:a16="http://schemas.microsoft.com/office/drawing/2014/main" val="955680503"/>
                    </a:ext>
                  </a:extLst>
                </a:gridCol>
                <a:gridCol w="1741897">
                  <a:extLst>
                    <a:ext uri="{9D8B030D-6E8A-4147-A177-3AD203B41FA5}">
                      <a16:colId xmlns:a16="http://schemas.microsoft.com/office/drawing/2014/main" val="3865283814"/>
                    </a:ext>
                  </a:extLst>
                </a:gridCol>
                <a:gridCol w="1002141">
                  <a:extLst>
                    <a:ext uri="{9D8B030D-6E8A-4147-A177-3AD203B41FA5}">
                      <a16:colId xmlns:a16="http://schemas.microsoft.com/office/drawing/2014/main" val="420939872"/>
                    </a:ext>
                  </a:extLst>
                </a:gridCol>
                <a:gridCol w="2161328">
                  <a:extLst>
                    <a:ext uri="{9D8B030D-6E8A-4147-A177-3AD203B41FA5}">
                      <a16:colId xmlns:a16="http://schemas.microsoft.com/office/drawing/2014/main" val="435769216"/>
                    </a:ext>
                  </a:extLst>
                </a:gridCol>
                <a:gridCol w="2145951">
                  <a:extLst>
                    <a:ext uri="{9D8B030D-6E8A-4147-A177-3AD203B41FA5}">
                      <a16:colId xmlns:a16="http://schemas.microsoft.com/office/drawing/2014/main" val="2138000819"/>
                    </a:ext>
                  </a:extLst>
                </a:gridCol>
                <a:gridCol w="1094597">
                  <a:extLst>
                    <a:ext uri="{9D8B030D-6E8A-4147-A177-3AD203B41FA5}">
                      <a16:colId xmlns:a16="http://schemas.microsoft.com/office/drawing/2014/main" val="1766756134"/>
                    </a:ext>
                  </a:extLst>
                </a:gridCol>
                <a:gridCol w="1624022">
                  <a:extLst>
                    <a:ext uri="{9D8B030D-6E8A-4147-A177-3AD203B41FA5}">
                      <a16:colId xmlns:a16="http://schemas.microsoft.com/office/drawing/2014/main" val="2345704550"/>
                    </a:ext>
                  </a:extLst>
                </a:gridCol>
              </a:tblGrid>
              <a:tr h="54110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Partner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VOC Compliance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Cost 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Speed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46454"/>
                  </a:ext>
                </a:extLst>
              </a:tr>
              <a:tr h="93397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DIY + MB 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MB Industries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BOV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 Concern / Filled with 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+ $0.15-$0.30/can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Slowest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You mix, they fill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21651"/>
                  </a:ext>
                </a:extLst>
              </a:tr>
              <a:tr h="1334243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SprayProducts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SprayProducts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Aerosol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Not an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Standard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Fastest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Very confident in their capabilities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3113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D862A86-3626-5E72-1AA1-D84A00B15B7F}"/>
              </a:ext>
            </a:extLst>
          </p:cNvPr>
          <p:cNvSpPr txBox="1"/>
          <p:nvPr/>
        </p:nvSpPr>
        <p:spPr>
          <a:xfrm>
            <a:off x="4945715" y="223227"/>
            <a:ext cx="22926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27926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829AC-D0C9-A1AA-CC7D-A471AE28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4707C9-B2B4-D098-91A7-8A74D1632F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-1"/>
            <a:ext cx="12192000" cy="68647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DA03C-67E0-7AB4-26A6-EBA1B9CE73C5}"/>
              </a:ext>
            </a:extLst>
          </p:cNvPr>
          <p:cNvSpPr txBox="1"/>
          <p:nvPr/>
        </p:nvSpPr>
        <p:spPr>
          <a:xfrm>
            <a:off x="4129756" y="129075"/>
            <a:ext cx="39324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 in the 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86319-3B91-2566-23B7-B2DC7CCB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43" y="3429000"/>
            <a:ext cx="3881526" cy="7078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C3E955-32BE-B115-7D51-C9491EB1C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02" y="3075745"/>
            <a:ext cx="1902117" cy="14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22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07F84-D752-4EF3-02D0-A8D4FA180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5CA3A8-5605-B6F3-0ACC-EDFE91CD3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8643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38DDA6-03F1-319A-1036-29A68F07854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5946A5-D531-7F79-D2AE-E66BCC6055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5D79BD-F4DD-E1B9-29AA-8AF8EEC2B82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84788" y="388374"/>
            <a:ext cx="9822426" cy="608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8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AD329-C908-019E-869E-3C8BC2EBC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E314B7-23C8-A2DA-4F97-8014D100C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8643"/>
            <a:ext cx="12192000" cy="4303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1D2901-730C-5E28-80B9-80CBB65246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13144" r="30144"/>
          <a:stretch>
            <a:fillRect/>
          </a:stretch>
        </p:blipFill>
        <p:spPr>
          <a:xfrm>
            <a:off x="865239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35DE6F-E3B6-2C79-6D3C-82DD14EBB2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rcRect l="22820" r="21180" b="-1"/>
          <a:stretch>
            <a:fillRect/>
          </a:stretch>
        </p:blipFill>
        <p:spPr>
          <a:xfrm>
            <a:off x="6382656" y="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A8CFD1-7261-3EBB-252C-FCB60CA32BE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934064" y="506054"/>
            <a:ext cx="10392697" cy="584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37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727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Bevier</dc:creator>
  <cp:lastModifiedBy>Jacob Bevier</cp:lastModifiedBy>
  <cp:revision>1</cp:revision>
  <dcterms:created xsi:type="dcterms:W3CDTF">2025-09-29T14:58:52Z</dcterms:created>
  <dcterms:modified xsi:type="dcterms:W3CDTF">2025-10-01T18:45:15Z</dcterms:modified>
</cp:coreProperties>
</file>